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457200"/>
            <a:ext cx="274320" cy="1828800"/>
          </a:xfrm>
          <a:prstGeom prst="rect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74320"/>
            <a:ext cx="274320" cy="3200400"/>
          </a:xfrm>
          <a:prstGeom prst="rect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1097280"/>
            <a:ext cx="274320" cy="1371600"/>
          </a:xfrm>
          <a:prstGeom prst="rect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731520"/>
            <a:ext cx="274320" cy="2560320"/>
          </a:xfrm>
          <a:prstGeom prst="rect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005840"/>
            <a:ext cx="1097280" cy="1097280"/>
          </a:xfrm>
          <a:prstGeom prst="ellipse">
            <a:avLst/>
          </a:prstGeom>
          <a:solidFill>
            <a:srgbClr val="38BDF8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058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🐍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01168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第一课  /  Python入门系列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1554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开发环境配置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01168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从零开始搭建专业开发环境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977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🐍  Python 安装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39776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3977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🌿  Git 安装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9776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977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🐙  GitHub 入门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39776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977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</a:rPr>
              <a:t>🤖  ClawBot 安装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Python入门课程 · 环境搭建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今日学习内容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本节课我们将完成4个核心工具的安装与配置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132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7132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325880" y="1572768"/>
            <a:ext cx="402336" cy="402336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572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7452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Python 安装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74520" y="181051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下载并安装Python解释器，配置环境变量，验证安装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7132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54864" cy="71323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8600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02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325880" y="2441448"/>
            <a:ext cx="402336" cy="402336"/>
          </a:xfrm>
          <a:prstGeom prst="ellipse">
            <a:avLst/>
          </a:prstGeom>
          <a:solidFill>
            <a:srgbClr val="38BDF8">
              <a:alpha val="7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2441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Git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74520" y="2350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Git 安装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74520" y="267919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安装版本控制工具Git，进行基础配置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7132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54864" cy="71323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03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325880" y="3310128"/>
            <a:ext cx="402336" cy="402336"/>
          </a:xfrm>
          <a:prstGeom prst="ellipse">
            <a:avLst/>
          </a:prstGeom>
          <a:solidFill>
            <a:srgbClr val="FCD34D">
              <a:alpha val="7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25880" y="33101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Hub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74520" y="3218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GitHub 入门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874520" y="354787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注册账号，创建第一个仓库，提交第一次代码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7132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4023360"/>
            <a:ext cx="54864" cy="71323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02336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923C"/>
                </a:solidFill>
              </a:rPr>
              <a:t>04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325880" y="4178808"/>
            <a:ext cx="402336" cy="402336"/>
          </a:xfrm>
          <a:prstGeom prst="ellipse">
            <a:avLst/>
          </a:prstGeom>
          <a:solidFill>
            <a:srgbClr val="FB923C">
              <a:alpha val="7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325880" y="41788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Bot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74520" y="4087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ClawBot 安装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874520" y="441655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安装AI编程助手ClawBot，提升开发效率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01  Python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737360" y="1645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安装指南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822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访问官网  python.org/downloads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推荐下载 Python 3.11 或更高版本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" y="1298448"/>
            <a:ext cx="0" cy="457200"/>
          </a:xfrm>
          <a:prstGeom prst="line">
            <a:avLst/>
          </a:prstGeom>
          <a:noFill/>
          <a:ln w="19050">
            <a:solidFill>
              <a:srgbClr val="34D39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运行安装程序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✅ 勾选 Add Python to PATH（非常重要！）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" y="2258568"/>
            <a:ext cx="0" cy="457200"/>
          </a:xfrm>
          <a:prstGeom prst="line">
            <a:avLst/>
          </a:prstGeom>
          <a:noFill/>
          <a:ln w="19050">
            <a:solidFill>
              <a:srgbClr val="34D399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2743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选择安装类型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推荐选择 Install Now（默认路径）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" y="3218688"/>
            <a:ext cx="0" cy="457200"/>
          </a:xfrm>
          <a:prstGeom prst="line">
            <a:avLst/>
          </a:prstGeom>
          <a:noFill/>
          <a:ln w="19050">
            <a:solidFill>
              <a:srgbClr val="34D39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703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验证安装成功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打开终端，输入 python --version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12080" y="822960"/>
            <a:ext cx="3474720" cy="2103120"/>
          </a:xfrm>
          <a:prstGeom prst="rect">
            <a:avLst/>
          </a:prstGeom>
          <a:solidFill>
            <a:srgbClr val="0C1929"/>
          </a:solidFill>
          <a:ln/>
        </p:spPr>
      </p:sp>
      <p:sp>
        <p:nvSpPr>
          <p:cNvPr id="26" name="Shape 24"/>
          <p:cNvSpPr/>
          <p:nvPr/>
        </p:nvSpPr>
        <p:spPr>
          <a:xfrm>
            <a:off x="5212080" y="822960"/>
            <a:ext cx="347472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8229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Terminal  —  验证安装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49240" y="12801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
</a:t>
            </a:r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3.11.4
</a:t>
            </a:r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
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World!")
</a:t>
            </a:r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World!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12080" y="3063240"/>
            <a:ext cx="347472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5212080" y="3063240"/>
            <a:ext cx="45720" cy="16916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⚠️  常见问题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35204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安装时忘记勾选PATH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重新安装，勾选选项
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命令找不到python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重启终端或电脑
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Mac用户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使用 python3 命令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02 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版本控制工具安装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393192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777240"/>
            <a:ext cx="45720" cy="9144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41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🌿  什么是 Git？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1704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Git是一个版本控制系统，让你追踪代码的每一次修改，就像给代码拍快照保存历史记录。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393192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🪟  Windows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203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下载 git-scm.com/download/win，运行安装包，一路默认即可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393192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🍎  macOS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980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Terminal输入: xcode-select --install  或安装Homebrew后运行 brew install git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93192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🐧  Linux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758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git  （Ubuntu/Debian）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777240"/>
            <a:ext cx="4023360" cy="3977640"/>
          </a:xfrm>
          <a:prstGeom prst="rect">
            <a:avLst/>
          </a:prstGeom>
          <a:solidFill>
            <a:srgbClr val="0C1929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777240"/>
            <a:ext cx="402336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⚙️  安装后必须配置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170432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设置你的用户名
</a:t>
            </a:r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\
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user.name "你的名字"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设置邮箱（用于GitHub）
</a:t>
            </a:r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\
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user.email "你@邮件.com"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验证配置
</a:t>
            </a:r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--list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验证Git安装
</a:t>
            </a:r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
</a:t>
            </a:r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version 2.42.0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FCD34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03  GitHub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645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创建账号 &amp; 第一个项目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39319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777240"/>
            <a:ext cx="4572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77724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D34D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868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注册账号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1978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访问 github.com，点击 Sign up，填写邮箱、用户名、密码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764792"/>
            <a:ext cx="39319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764792"/>
            <a:ext cx="4572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76479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D34D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1856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验证邮箱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1854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查收验证邮件，点击验证链接激活账号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752344"/>
            <a:ext cx="39319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752344"/>
            <a:ext cx="4572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52344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D34D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28437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新建仓库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172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点击右上角 +  → New repository，填写仓库名称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739896"/>
            <a:ext cx="39319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739896"/>
            <a:ext cx="4572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39896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D34D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8313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仓库设置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4160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✅ 勾选 Add README file，选择 Public，点击创建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777240"/>
            <a:ext cx="402336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🚀  第一次代码提交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124712"/>
            <a:ext cx="4023360" cy="3630168"/>
          </a:xfrm>
          <a:prstGeom prst="rect">
            <a:avLst/>
          </a:prstGeom>
          <a:solidFill>
            <a:srgbClr val="0C1929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1188720"/>
            <a:ext cx="3840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第一步：克隆你的仓库
</a:t>
            </a:r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
  你的名字/仓库名.git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进入项目目录
</a:t>
            </a:r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仓库名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创建你的第一个文件
</a:t>
            </a:r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"# 我的第一个项目" &gt; hello.py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三步提交代码
</a:t>
            </a:r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
</a:t>
            </a:r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"第一次提交"
</a:t>
            </a:r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
</a:t>
            </a:r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恭喜！你的代码上传成功！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工作流程图解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18288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编写代码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修改文件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914400"/>
            <a:ext cx="182880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914400"/>
            <a:ext cx="18288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051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➕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添加到暂存区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182880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914400"/>
            <a:ext cx="1828800" cy="4572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51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💾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保存快照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914400"/>
            <a:ext cx="182880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0" y="914400"/>
            <a:ext cx="182880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051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☁️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494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上传GitHub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192024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17647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89120" y="192024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17647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0" y="192024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17647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3154680"/>
            <a:ext cx="8412480" cy="1417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291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📥  git pull — 获取最新代码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3657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当团队成员更新了代码，你需要用 git pull 同步最新内容到本地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46320" y="3840480"/>
            <a:ext cx="338328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◀  github.com → 本地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840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pull origin main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B92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04  ClawBot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6459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ClawBot AI 编程助手安装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777240"/>
            <a:ext cx="45720" cy="8229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41248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</a:rPr>
              <a:t>🤖  ClawBot 是什么？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ClawBot 是一款AI驱动的编程助手，可以自动补全代码、解答编程问题、生成代码片段，让你的学习效率翻倍！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4023360" cy="1143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28800"/>
            <a:ext cx="457200" cy="1143000"/>
          </a:xfrm>
          <a:prstGeom prst="rect">
            <a:avLst/>
          </a:prstGeom>
          <a:solidFill>
            <a:srgbClr val="38BDF8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2880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1965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安装 VS Code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3591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下载 Visual Studio Code：code.visualstudio.com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4023360" cy="1143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154680"/>
            <a:ext cx="457200" cy="1143000"/>
          </a:xfrm>
          <a:prstGeom prst="rect">
            <a:avLst/>
          </a:prstGeom>
          <a:solidFill>
            <a:srgbClr val="FCD34D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5468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3291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打开扩展市场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685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点击左侧扩展图标（或 Ctrl+Shift+X）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828800"/>
            <a:ext cx="4023360" cy="1143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1828800"/>
            <a:ext cx="457200" cy="1143000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82880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923C"/>
                </a:solidFill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49240" y="1965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搜索 ClawBot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23591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在搜索框输入 ClawBot，找到官方插件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154680"/>
            <a:ext cx="4023360" cy="1143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3154680"/>
            <a:ext cx="457200" cy="1143000"/>
          </a:xfrm>
          <a:prstGeom prst="rect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15468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49240" y="3291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安装并激活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3685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点击 Install，安装完成后重启VS Code即可使用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1A2A0A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480560"/>
            <a:ext cx="45720" cy="5486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</a:rPr>
              <a:t>💡  提示：ClawBot 使用快捷键 Tab 接受建议，Esc 拒绝建议。试着输入几个字母看看魔法发生！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🎉  课程总结 &amp; 课后任务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✅  今日完成清单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☑  安装 Python 3.11+，配置PATH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92808"/>
            <a:ext cx="411480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928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☑  验证 python --version 成功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368296"/>
            <a:ext cx="411480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682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☑  安装 Git，配置用户名和邮箱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843784"/>
            <a:ext cx="411480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84378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☑  注册 GitHub 账号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319272"/>
            <a:ext cx="411480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3192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☑  创建第一个仓库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411480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7947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☑  完成第一次 git push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270248"/>
            <a:ext cx="411480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2702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☑  安装 VS Code + ClawBot 插件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</a:rPr>
              <a:t>📚  课后作业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0" y="1325880"/>
            <a:ext cx="36576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0" y="1481328"/>
            <a:ext cx="457200" cy="45720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138988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创建项目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17190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在 GitHub 上新建仓库 my-python-journey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0" y="2148840"/>
            <a:ext cx="36576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0" y="2304288"/>
            <a:ext cx="457200" cy="45720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23560" y="221284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写第一个程序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23560" y="25420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hello.py：print("Hello, Python!")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0" y="2971800"/>
            <a:ext cx="36576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0" y="3127248"/>
            <a:ext cx="457200" cy="45720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23560" y="303580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提交代码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23560" y="33649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add, commit, push 到 GitHub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0" y="3794760"/>
            <a:ext cx="36576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3950208"/>
            <a:ext cx="457200" cy="45720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623560" y="385876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分享链接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23560" y="41879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把你的 GitHub 仓库链接发到群里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下节课预告：Python基础语法 — 变量、数据类型、条件判断   🐍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Python开发环境配置 - 第一课</dc:title>
  <dc:subject>PptxGenJS Presentation</dc:subject>
  <dc:creator>PptxGenJS</dc:creator>
  <cp:lastModifiedBy>PptxGenJS</cp:lastModifiedBy>
  <cp:revision>1</cp:revision>
  <dcterms:created xsi:type="dcterms:W3CDTF">2026-04-12T12:03:50Z</dcterms:created>
  <dcterms:modified xsi:type="dcterms:W3CDTF">2026-04-12T12:03:50Z</dcterms:modified>
</cp:coreProperties>
</file>